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Learning MPAS-Ocean spinup states with a mesh GNN and fusion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7276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GraphCast-style unstructured mesh modeling + LandSim-style multi-source, early-to-equilibrium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94560"/>
            <a:ext cx="111556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Problem: MPAS-Ocean needs long spinup for consistent T, S, circulation, and SSH on unstructured meshes (E3SM v3; MPAS-Ocean User Guide). Full spinup is costly on Perlmutter / Frontier even with METIS partitioning and optimized builds.</a:t>
            </a:r>
          </a:p>
          <a:p>
            <a:pPr>
              <a:spcAft>
                <a:spcPts val="900"/>
              </a:spcAft>
              <a:defRPr sz="1600"/>
            </a:pPr>
            <a:r>
              <a:t>Approach: Build a TypedGraph from the MPAS mesh; encode early model fields and static geometry with a deep GNN + sparse mesh attention (GraphCast pattern). Fuse multi-source context and short trajectories with a transformer to predict restart-quality 3D state (LandSim-style early → equilibrium).</a:t>
            </a:r>
          </a:p>
          <a:p>
            <a:pPr>
              <a:spcAft>
                <a:spcPts val="900"/>
              </a:spcAft>
              <a:defRPr sz="1600"/>
            </a:pPr>
            <a:r>
              <a:t>Deliverable: NetCDF restart / initial-condition fields compatible with existing workflows—namelist.ocean, streams, ocean_model, output.nc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GraphCast: how the GNN uses the mesh and simulation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Summary follows graphcast/graphcast.py and the module docstring. Schematic: graphcast_gnn_mesh_schematic.png</a:t>
            </a:r>
          </a:p>
        </p:txBody>
      </p:sp>
      <p:pic>
        <p:nvPicPr>
          <p:cNvPr id="4" name="Picture 3" descr="graphcast_gnn_mesh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38560" cy="29941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61188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/>
            </a:pPr>
            <a:r>
              <a:t>Role of the mesh: hierarchy of spherical triangles (get_hierarchy_of_triangular_meshes_for_sphere), merged multi-scale edges, nodes at vertices; static geometry via get_graph_spatial_features.</a:t>
            </a:r>
          </a:p>
          <a:p>
            <a:pPr>
              <a:spcAft>
                <a:spcPts val="500"/>
              </a:spcAft>
              <a:defRPr sz="1200"/>
            </a:pPr>
            <a:r>
              <a:t>Three DeepTypedGraphNet stages: grid2mesh (bipartite, radius_query_indices) → mesh (merge_meshes, faces_to_edges) → mesh2grid (bipartite, in_mesh_triangle_indices, three vertices per grid point).</a:t>
            </a:r>
          </a:p>
          <a:p>
            <a:pPr>
              <a:spcAft>
                <a:spcPts val="500"/>
              </a:spcAft>
              <a:defRPr sz="1200"/>
            </a:pPr>
            <a:r>
              <a:t>Simulation I/O: atmospheric fields stacked on grid nodes; training loss and rollouts on the regular lat–lon grid—not on a separate unstructured output mesh.</a:t>
            </a:r>
          </a:p>
          <a:p>
            <a:pPr>
              <a:spcAft>
                <a:spcPts val="500"/>
              </a:spcAft>
              <a:defRPr sz="1200"/>
            </a:pPr>
            <a:r>
              <a:t>MPAS analogy: ocean state may be predicted on cells only (skip grid2mesh/mesh2grid) or keep bipartite links to fuse regular-grid reanalysis.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Roadmap, data, and validation on Perlmutter / Frontier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27632"/>
            <a:ext cx="111556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Data &amp; docs: MPAS_Ocean_Users_Guide_E3SM_V3.0.0.pdf (mesh, streams, restart/history); training pairs = short MPAS runs + matching long spinup; optional reanalysis (T, S, SSH) for fusion; HPC procedure for E3SM build, QU240 tests, Slurm, G-case scripts.</a:t>
            </a:r>
          </a:p>
          <a:p>
            <a:pPr>
              <a:spcAft>
                <a:spcPts val="900"/>
              </a:spcAft>
              <a:defRPr sz="1600"/>
            </a:pPr>
            <a:r>
              <a:t>Roadmap: (1) Lock restart NetCDF schema. (2) Mesh → TypedGraph builder + tests. (3) Baselines (interpolation / persistence). (4) GNN single-time predictor. (5) Add temporal + reanalysis transformer. (6) Restart-from-ML vs full spinup short forward runs.</a:t>
            </a:r>
          </a:p>
          <a:p>
            <a:pPr>
              <a:spcAft>
                <a:spcPts val="900"/>
              </a:spcAft>
              <a:defRPr sz="1600"/>
            </a:pPr>
            <a:r>
              <a:t>Success metrics: RMSE / bias vs reference on native cells; stratification sanity; forward drift test after restart; wallclock and human time saved per new initialized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