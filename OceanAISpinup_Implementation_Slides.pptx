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status, not architecture. Schema is locked from Kang’s QU240 sample. We can design and start a graph builder. We cannot train until we have many restart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meeting on these three questions. Architecture details live on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last row. Two restarts are not a dataset. NYF cycles, so atmosphere cannot teach parameter or forcing sensitivity until we have more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NERSC pointer: /global/cfs/cdirs/m4259/hgkang/data_for_others/Dali_OceanSpinup_sample. Mesh connectivity lives in the restart — no separate mesh file needed for the graph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figure is the scientific motivation. We are not trying to correct mixed-layer weather. We are trying to jump the slow deep-ocean heat-content adjustment.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about SSH writeback: reconstruct from layerThickness inside MPAS. Do not invent an ssh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probabilistic models: yes later, as a drop-in denoiser around the same mesh GNN.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QU240 is 7k cells — full-graph GNN or even dense attention is feasible. EC30to60 later needs sparse / METIS multi-scale, not GraphCast merge_meshes.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Track A as the team’s near-term build. Track C is an interface, not this quarter’s training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join on cell/edge indices. No lat/lon KD-tree. Deep-only tensors cut volume ~4×.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Olawale: Ocean_dataGEN pairing. Dali: graph builder. Hyun: year list. Alice: OHC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team to accept this card. Changes after WP1 should be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repeating: copy one restart file and we can build the graph this week. The year list unblocks everyone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FC9C8"/>
                </a:solidFill>
                <a:latin typeface="Calibri"/>
              </a:rPr>
              <a:t>AI4MPAS  /  ImPACTS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OceanAISpinup 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5D4E8"/>
                </a:solidFill>
                <a:latin typeface="Calibri"/>
              </a:rPr>
              <a:t>Native MPAS mesh GNN  ·  LandSim pairing  ·  QU240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24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9651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Schema 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GMPAS-NYF_QU240 headers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977639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24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09651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Not training-ready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4805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Need the long restart archive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77639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24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09651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MVP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4805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Track A residual GNN on deep T/S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FC9C8"/>
                </a:solidFill>
                <a:latin typeface="Calibri"/>
              </a:rPr>
              <a:t>27 August 2026   ·   Dali, Alice, Hyun, Olawale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this meeting needs to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Three questions from the implementation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2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109728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44168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7C7B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344168"/>
            <a:ext cx="9509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65D"/>
                </a:solidFill>
                <a:latin typeface="Calibri"/>
              </a:rPr>
              <a:t>Is Kang’s sample enough?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01368"/>
            <a:ext cx="9509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Yes for architecture and IO. No for training volume, forcing sensitivity, or diffusion.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1576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15768"/>
            <a:ext cx="109728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16936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7C7B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916936"/>
            <a:ext cx="9509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65D"/>
                </a:solidFill>
                <a:latin typeface="Calibri"/>
              </a:rPr>
              <a:t>How should the model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374136"/>
            <a:ext cx="9509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Conditional residual map on the native MPAS C-grid. Not a weather rollout. Not a lat–lon ViT.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88536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88536"/>
            <a:ext cx="109728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7C7B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89704"/>
            <a:ext cx="9509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B365D"/>
                </a:solidFill>
                <a:latin typeface="Calibri"/>
              </a:rPr>
              <a:t>How do we get training data?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46904"/>
            <a:ext cx="9509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6570"/>
                </a:solidFill>
                <a:latin typeface="Calibri"/>
              </a:rPr>
              <a:t>Treat the long spinup as a trajectory of pairs. 0661/0681 is format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Direct answer: is the sample enough?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Enough to design. Not enough to train.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3  / 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097280"/>
          <a:ext cx="11338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Locked from sample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Still missing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Mesh /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7153 cells, 60 levels; T, S, h, 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Restart .nc arrays on disk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Deep target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 = 46…60; OHC 2000 m–bottom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OHC script vs history field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Pairing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Intended 50 yr → 600 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Full rst year list from Hyun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Atmosphere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DATM CORE2 NYF (T62, cycled)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Does not vary across pairs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Physics 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mpaso_in values (GM κ=900, …)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 case → θ not identifiable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Training N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Two format restarts (20 yr apart)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Annual checkpoints ~20–600 yr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539496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1B365D"/>
                </a:solidFill>
                <a:latin typeface="Calibri"/>
              </a:rPr>
              <a:t>On this sample, F and θ are run-level metadata. The mesh is the spatial operator. A QU240 loader can start now; multi-run data plugs in later without changing the IO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Local sample: v3.GMPAS-NYF_QU240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Headers and namelists in data/OceanSpin_sample/  ·  NetCDF gitignored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4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73152" cy="2331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18872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Ocean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481328"/>
            <a:ext cx="322783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QU240 ~240 km spherical C-grid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nCells 7153  ·  nEdges 22403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nVertLevels 60  ·  z-star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dt = 1 h, noleap, split-explicit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097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097280"/>
            <a:ext cx="73152" cy="2331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18872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Atmosphere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481328"/>
            <a:ext cx="322783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DATM CORE2_NYF, taxmode=cycle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NCEP T62 94×192, 6-hourly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GXGXS precip (monthly)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GISS SW/LW (monthly)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097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097280"/>
            <a:ext cx="73152" cy="2331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118872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Physics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1481328"/>
            <a:ext cx="322783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GM / Redi κ = 900 (constant)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mom_del2=4000, del4=2e14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KPP + convection + shear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EOS jm  ·  bulk wind + FW flux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11880"/>
            <a:ext cx="1133856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Format files named in the headers (not the 50→600 scientific pair)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411480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645920"/>
                <a:gridCol w="3566160"/>
              </a:tblGrid>
              <a:tr h="5029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mpaso.rst.0661-01-01_00000.nc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year 661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Restart format exemplar (late run)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mpaso.rst.0681-01-01_00000.nc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year 681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+20 yr residual for IO / persistence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hist … timeSeriesStatsMonthly.0678-11-01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Nov 678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OHC / SSH / MLD diagnostics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deep ocean (2000 m–bottom)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Slowest spinup signal  ·  Alice / Hyun index  ·  Ocean_EQ.png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5  /  13</a:t>
            </a:r>
          </a:p>
        </p:txBody>
      </p:sp>
      <p:pic>
        <p:nvPicPr>
          <p:cNvPr id="10" name="Picture 9" descr="Ocean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452360" cy="5257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1097280"/>
            <a:ext cx="38404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34440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Takeaways for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Upper ocean equilibrates; deep OHC keeps drifting.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v1 predicts only k = 46…60 (15 levels, ~2075–5500 m).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Shallow levels copied from the early restart / template.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History QC field: timeMonthly_avg_oceanHeatContent2000mToBot.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OHC = ρ₀ cp Σ T h A   with ρ₀=1026, cp=3996.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ssh is not in the restart. Write layerThickness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Locked IO  —  restart names are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History aliases are QC only  ·  do not write ssh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6  / 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078992"/>
          <a:ext cx="11338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468880"/>
                <a:gridCol w="3108960"/>
                <a:gridCol w="2926080"/>
              </a:tblGrid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Restart name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History (QC only)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Potential 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Time, nCells, nVertLevels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activeTracers_temperature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Salinity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salinity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Time, nCells, nVertLevels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activeTracers_salinity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Layer thickness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layerThickness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Time, nCells, nVertLevels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layerThickness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Edge-normal velocity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normalVelocity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Time, nEdges, nVertLevels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normalVelocity  (phase 2)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not in restart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timeMonthly_avg_ssh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4480560"/>
            <a:ext cx="5532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480560"/>
            <a:ext cx="73152" cy="1874519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7200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Deep mask (this mesh)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64608"/>
            <a:ext cx="523951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refBottomDepth[k] &gt; 2000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and k ≤ maxLevelCell[i]  and  bottomDepth[i] &gt; 2000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k = 46…60 (1-based)  ·  15 deep levels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480560"/>
            <a:ext cx="56235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4480560"/>
            <a:ext cx="73152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572000"/>
            <a:ext cx="5303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DATM, not coupler fluxes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864608"/>
            <a:ext cx="533095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Use NCEP u,v,t,slp + GXGXS prc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Do not train on windStress / latentHeat / rainFlux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Those depend on SST and 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problem: a spinup operator, not 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Conditional residual on the deep mask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7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x̂  t+Δ   =   x t   +   Δx ( x t ,  F ,  θ ,  G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C5D4E8"/>
                </a:solidFill>
                <a:latin typeface="Calibri"/>
              </a:rPr>
              <a:t>Predict the residual. Persistence  x̂ = x t  is the first baseline we must beat.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x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Early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Deep T, S, h  (u later)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x t+Δ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Later restart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304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Same fields, same mesh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DATM NYF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12-month climatology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mpaso_in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GM, visc, KPP, 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2168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MPAS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cellsOnCell, areas, 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27432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2" y="285292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3218688"/>
            <a:ext cx="168249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Lead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3611880"/>
            <a:ext cx="1682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A6570"/>
                </a:solidFill>
                <a:latin typeface="Calibri"/>
              </a:rPr>
              <a:t>20 / 50 / ~550 yr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66344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060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This is LandSim’s early→eq map, with spatial coupling on G — not GraphCast’s 6-hour atmosphere rollout.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 and θ are conditions (FiLM). They do not differentiate samples until we have ensembles.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Diffusion / flow is the target wrapper, not the first training job. Two restarts will overfit.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Architecture: LandSim pairing + GraphCast mesh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Native MPAS incidence. No ocean lat–lon interpolate.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8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99032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x t  + 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A6570"/>
                </a:solidFill>
                <a:latin typeface="Calibri"/>
              </a:rPr>
              <a:t>cells / edges
from restart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91640"/>
            <a:ext cx="685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E7C7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399032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Encoders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745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A6570"/>
                </a:solidFill>
                <a:latin typeface="Calibri"/>
              </a:rPr>
              <a:t>DATM B1  ·  θ FiLM
node 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691640"/>
            <a:ext cx="685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E7C7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2344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99032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Mesh GNN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A6570"/>
                </a:solidFill>
                <a:latin typeface="Calibri"/>
              </a:rPr>
              <a:t>10–12 MP steps
128–256 latent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691640"/>
            <a:ext cx="685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E7C7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2344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99032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ΔT, ΔS  (+Δh)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74520"/>
            <a:ext cx="2514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A6570"/>
                </a:solidFill>
                <a:latin typeface="Calibri"/>
              </a:rPr>
              <a:t>residual add
+ deep 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834640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Reuse vs replace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3154680"/>
          <a:ext cx="113385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926080"/>
                <a:gridCol w="3840480"/>
              </a:tblGrid>
              <a:tr h="63093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 not copy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Pairing, scalers, restart overwrite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LandSim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Per-cell IID 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TypedGraph, geometric edges, residual heads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GraphCast / GenCast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Icosahedral mesh, ERA5 lat–lon loss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areaCell × thickness weighted 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MPAS measure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GraphCast latitude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DATM bilinear T62 → cells (B1)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E3SM mapalgo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ViT on interpolated ocean maps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Three tracks  —  same IO, swap the processor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Train A now. Keep C as a drop-in denoiser.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9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370332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1704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  · 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444752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Deterministic mesh GNN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3337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DeepTypedGraphNet-style MP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Area-weighted Huber on Δx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Cell T/S first; velocity later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Start as soon as one restart .nc is 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09728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097280"/>
            <a:ext cx="370332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1704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  ·  if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1444752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Mesh 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3337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Dense attention is OK on 7k cells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Sparse k-hop for EC meshes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Same residual objective as 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Use if MP receptive field is too 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09728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97280"/>
            <a:ext cx="3703320" cy="82296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1704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  · 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444752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Conditional flow / diffusion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057400"/>
            <a:ext cx="3337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Same GNN as the denoiser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Noise the residual, condition on xt,F,θ,G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Needs O(10²)+ pairs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Ensemble of 4–8 late states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21208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94960"/>
            <a:ext cx="110642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Do not start Track C on two sample restarts. Prefer flow matching over vanilla DDPM when pair count allows. Never diffuse F or θ — they are conditions, not generated fields.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Pair factory: the long trajectory is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One 50→600 map per run is one example. That cannot train a 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10  / 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078992"/>
          <a:ext cx="11338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5852160"/>
              </a:tblGrid>
              <a:tr h="58293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 sample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X / 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Restarts at t and t+Δ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Deep T, S, layerThickness  (± normalVelocity)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 / θ / G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DATM NYF, mpaso_in, restart geometry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Shared across NYF samples; graph cached once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QC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Monthly history (optional)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OHC 2000 m–bottom time series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36118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3703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Sliding annual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4041648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Consecutive Jan-1 restarts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4526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570"/>
                </a:solidFill>
                <a:latin typeface="Calibri"/>
              </a:rPr>
              <a:t>Dense local residuals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36118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703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Multi-horizon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041648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Δ ∈ {20, 50, 100, …} 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526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570"/>
                </a:solidFill>
                <a:latin typeface="Calibri"/>
              </a:rPr>
              <a:t>Condition on Δ (or log 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6118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703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Curriculum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041648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Short Δ first, then longer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526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570"/>
                </a:solidFill>
                <a:latin typeface="Calibri"/>
              </a:rPr>
              <a:t>Stabilizes residual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36118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3703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Later ensembles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4041648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GM/Redi, IAF, 2nd mesh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4526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570"/>
                </a:solidFill>
                <a:latin typeface="Calibri"/>
              </a:rPr>
              <a:t>Makes F and θ identifiable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30352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1B365D"/>
                </a:solidFill>
                <a:latin typeface="Calibri"/>
              </a:rPr>
              <a:t>Ask of Hyun: all annual (or 5-year) rst files from ~year 20 to ~year 600, plus paths for the intended 50 yr and 600 yr restarts. Hold out a late window or a basin — not random cells.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Work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WP0 schema is done locally. Critical path is payloads + year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11  / 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078992"/>
          <a:ext cx="11338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212080"/>
                <a:gridCol w="4114800"/>
              </a:tblGrid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WP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/ gate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  Schema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Names, deep mask, DATM, θ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Done in repo. Open: year list + .nc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 Graph + data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TypedGraph from restart; Dataset; persistence RMSE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Starts with one rst.nc (0661 enough)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  Track A GNN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Cell residual ΔT, ΔS; FiLM stubs; writeback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Needs pairs beyond 0661/0681 to 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  Forward test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N-day MPAS run from ML restart; MPAS-Analysis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After writeback works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  Edges +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normalVelocity; Δ-conditioned; flow matching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Only if N ≳ 100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  Generalize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2nd mpaso_in / forcing / mesh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New simulations required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539496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First number to publish: area-weighted persistence RMSE 0661 → 0681 on deep T. Any GNN must beat persistence and linear drift.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v1 model card  —  freeze these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Unambiguous enough to implement without re-litigating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12  / 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078992"/>
          <a:ext cx="113385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961120"/>
              </a:tblGrid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v1 choice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QU240 only (nCells = 7153)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Deep k=46–60 temperature, salinity; optional layerThickness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Deferred (cell-only Track 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Atmosphere F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NYF 12-month means remapped to cells (constant for this case)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Config 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mpaso_variables vector (constant for this case)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Lead Δ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Conditioning token; train on all available checkpoint gaps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10–12 step interaction GNN, 128–256 latent,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Huber, areaCell × restingThickness, deep mask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Generative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Interface ready (noise / FiLM slot); not trained until pair count allows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799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Residual add + mask → overwrite selected 3D restart fields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0515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Asks and next two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Schema dump is done. Remaining work is data logistics + WP1.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32688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C5D4E8"/>
                </a:solidFill>
                <a:latin typeface="Calibri"/>
              </a:rPr>
              <a:t>OceanAISpinup  ·  Implementation plan  ·  AI4MPAS / ImPACTS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83680"/>
            <a:ext cx="13716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C5D4E8"/>
                </a:solidFill>
                <a:latin typeface="Calibri"/>
              </a:rPr>
              <a:t>13  / 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27889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278892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Hyun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737360"/>
            <a:ext cx="2560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Publish the full rst.*.nc year list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Confirm ~50 yr and ~600 yr paths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Copy at least 0661 .nc to the workdir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MPAS-Analysis / plot utilities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097280"/>
            <a:ext cx="27889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097280"/>
            <a:ext cx="2788920" cy="502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0432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37360"/>
            <a:ext cx="2560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Confirm deep-OHC as the eq index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Review k=46…60 mask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Drift / OHC thresholds for ‘near eq’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27889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2788920" cy="502920"/>
          </a:xfrm>
          <a:prstGeom prst="rect">
            <a:avLst/>
          </a:prstGeom>
          <a:solidFill>
            <a:srgbClr val="24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70432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Olawale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737360"/>
            <a:ext cx="2560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Ocean_dataGEN pairing from LandSim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Index of (t, t+Δ) once the year list exists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Scaler + identity cell/edge join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097280"/>
            <a:ext cx="27889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097280"/>
            <a:ext cx="2788920" cy="50292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70432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737360"/>
            <a:ext cx="2560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mpas_mesh_to_typedgraph.py on 0661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Persistence RMSE 0661→0681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Track A skeleton + writeback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9204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29200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FC9C8"/>
                </a:solidFill>
                <a:latin typeface="Calibri"/>
              </a:rPr>
              <a:t>Do not wait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94960"/>
            <a:ext cx="11064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ViT on interpolated maps  ·  Diffusion on two restarts  ·  Learning F or θ from one NYF case  ·  Inventing ssh in the restart  ·  Treating 0661/0681 as the training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